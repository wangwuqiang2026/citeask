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某学院学生综合素质积分管理办法（示例）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 本办法用于示例评测，数据均为虚构。</a:t>
            </a:r>
          </a:p>
          <a:p>
            <a:r>
              <a:t>第二条 综合素质积分满分为 100 分。</a:t>
            </a:r>
          </a:p>
          <a:p>
            <a:r>
              <a:t>第三条 积分由五个部分组成：思想政治、学业成绩、实践服务、日常行为、群众评议。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学业成绩加分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第四条 英语四级通过加 4 分。</a:t>
            </a:r>
          </a:p>
          <a:p>
            <a:r>
              <a:t>第五条 英语六级通过加 6 分。</a:t>
            </a:r>
          </a:p>
          <a:p>
            <a:r>
              <a:t>第六条 计算机二级通过加 3 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实践服务加分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第七条 校内志愿服务每次加 2 分，累计上限 20 分。</a:t>
            </a:r>
          </a:p>
          <a:p>
            <a:r>
              <a:t>第八条 寒暑假社会实践每次加 3 分，累计上限 15 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理论考试与等级评定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第九条 理论考试 90 分以上加 2 分，缺考扣 3 分。</a:t>
            </a:r>
          </a:p>
          <a:p>
            <a:r>
              <a:t>第十条 等级对应分值见下表。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84048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t>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分值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优秀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分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良好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分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合格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减分与说明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第十一条 宿舍卫生不合格每次扣 2 分。</a:t>
            </a:r>
          </a:p>
          <a:p>
            <a:r>
              <a:t>第十二条 加分材料弄虚作假的，取消当年度评优资格。</a:t>
            </a:r>
          </a:p>
          <a:p>
            <a:r>
              <a:t>第十三条 本办法由学生工作办公室负责解释。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